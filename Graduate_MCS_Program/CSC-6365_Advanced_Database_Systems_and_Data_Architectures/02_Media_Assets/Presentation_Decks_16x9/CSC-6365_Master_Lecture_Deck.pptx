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CSC-6365: Advanced Database Systems and Data Architectures</a:t>
            </a:r>
          </a:p>
          <a:p>
            <a:pPr>
              <a:defRPr sz="2200" b="1">
                <a:solidFill>
                  <a:srgbClr val="D9A74A"/>
                </a:solidFill>
              </a:defRPr>
            </a:pPr>
            <a:r>
              <a:t>Texas Wesleyan University — Master of Science in Computer Science (MCS)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Department of Computer Science &amp; Information Technology | Graduate Seminar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01: Database Engine Internals &amp; Storage Hierarchy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B+ Trees, LSM-Trees (Log-Structured Merge), Page Buffering, and Storage Engine Optimization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02: Advanced Query Execution &amp; Cost-Based Optimization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Relational Algebra Optimization, Physical Plan Generation, Join Algorithms (Hash, Merge, Index-Nested)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03: Transaction Management, Concurrency &amp; Recovery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ACID Semantics, Two-Phase Locking (2PL), MVCC (Multi-Version Concurrency Control), WAL &amp; ARIES Recovery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04: Distributed Transactions and Consistency Models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Two-Phase Commit (2PC), Three-Phase Commit, Saga Pattern, Distributed Deadlock Detection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05: NoSQL Paradigms &amp; Specialized Data Stores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Document (MongoDB), Key-Value (Redis), Wide-Column (Cassandra), Graph Databases (Neo4j)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06: Modern Analytical Architectures &amp; Data Lakehouses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OLAP vs. OLTP, Columnar Storage (Parquet), Snowflake, Delta Lake, Apache Iceberg, and Lakehouse Patterns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07: Data Privacy, Governance, and Capstone Project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CSC-6365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Database Security, RBAC, Data Masking, Auditing, Enterprise Data Architecture Capstone Project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