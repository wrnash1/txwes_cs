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CSC-6362: Distributed Systems and Cloud Middleware</a:t>
            </a:r>
          </a:p>
          <a:p>
            <a:pPr>
              <a:defRPr sz="2200" b="1">
                <a:solidFill>
                  <a:srgbClr val="D9A74A"/>
                </a:solidFill>
              </a:defRPr>
            </a:pPr>
            <a:r>
              <a:t>Texas Wesleyan University — Master of Science in Computer Science (MCS)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Department of Computer Science &amp; Information Technology | Graduate Seminar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01: Distributed Systems Foundations &amp; Architectural Models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CSC-6362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RPC, gRPC, Client-Server vs. Peer-to-Peer, Microservices, and Event-Driven Architectures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02: Time, Clocks, and Global State Synchronization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CSC-6362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Physical vs. Logical Clocks, Lamport Timestamps, Vector Clocks, and Chandy-Lamport Snapshot Algorithm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03: Distributed Consensus and Coordination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CSC-6362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State Machine Replication, Paxos, Raft Consensus, Split-Brain Mitigation, and Quorum Systems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04: Fault Tolerance, Replication, and Consistency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CSC-6362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Crash vs. Byzantine Failures, CAP Theorem, PACELC, Strong vs. Eventual Consistency, and CRDTs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05: Distributed Storage and Data Engines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CSC-6362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Distributed Hash Tables (DHT), Consistent Hashing, Google Bigtable, Spanner, and DynamoDB Architecture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06: Cloud Middleware, Containers, and Service Meshes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CSC-6362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Container Orchestration (Kubernetes), Service Mesh (Istio), Envoy Proxy, Distributed Tracing (OpenTelemetry)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Module 07: Emerging Trends: Edge Computing, Serverless, and Capstone</a:t>
            </a:r>
          </a:p>
          <a:p>
            <a:pPr>
              <a:defRPr sz="1300">
                <a:solidFill>
                  <a:srgbClr val="D9A74A"/>
                </a:solidFill>
              </a:defRPr>
            </a:pPr>
            <a:r>
              <a:t>CSC-6362 Graduate Computing Series | Texas Wesleyan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Key Seminar Focus Areas &amp; Conceptual Framework: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Architectural Rigor: FaaS/Serverless Architectures, Edge Cloud Systems, Fault-Resilient Distributed Architecture Capstone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Theoretical Foundations: Algorithmic complexity, formal proofs, and distributed state invariants.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Implementation: Benchmark engineering, production resilience, and scalable design.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Graduate SACSCOC RSI Deliverable: Weekly Colloquium Debate, Applied Laboratory, &amp; Synthesis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