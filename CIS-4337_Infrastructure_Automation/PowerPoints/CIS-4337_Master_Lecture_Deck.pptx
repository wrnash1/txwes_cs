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CIS-4337: Infrastructure as Code &amp; Cloud Automation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CIS-4337: Infrastructure as Code &amp; Cloud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CIS-4337: Infrastructure as Code &amp; Cloud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CIS-4337: Infrastructure as Code &amp; Cloud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CIS-4337: Infrastructure as Code &amp; Cloud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CIS-4337: Infrastructure as Code &amp; Cloud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CIS-4337: Infrastructure as Code &amp; Cloud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CIS-4337: Infrastructure as Code &amp; Cloud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CIS-4337: Infrastructure as Code &amp; Cloud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CIS-4337: Infrastructure as Code &amp; Cloud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CIS-4337: Infrastructure as Code &amp; Cloud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CIS-4337: Infrastructure as Code &amp; Cloud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CIS-4337: Infrastructure as Code &amp; Cloud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CIS-4337: Infrastructure as Code &amp; Cloud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CIS-4337: Infrastructure as Code &amp; Cloud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CIS-4337: Infrastructure as Code &amp; Cloud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CIS-4337: Infrastructure as Code &amp; Cloud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