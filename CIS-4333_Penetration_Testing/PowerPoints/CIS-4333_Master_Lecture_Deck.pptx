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CIS-4333: Penetration Testing &amp; Offensive Security Tactics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CIS-4333: Penetration Testing &amp; Offensive Security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