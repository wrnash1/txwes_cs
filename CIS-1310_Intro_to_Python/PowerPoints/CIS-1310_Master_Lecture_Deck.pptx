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CIS-1310: Introduction to Python Programming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CIS-1310: Introduction to Python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