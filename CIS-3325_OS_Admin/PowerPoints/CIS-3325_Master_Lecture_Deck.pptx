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CIS-3325: Operating Systems Administration</a:t>
            </a:r>
          </a:p>
          <a:p>
            <a:pPr>
              <a:defRPr sz="2000" b="1">
                <a:solidFill>
                  <a:srgbClr val="D9A74A"/>
                </a:solidFill>
              </a:defRPr>
            </a:pPr>
            <a:r>
              <a:t>Texas Wesleyan University — Department of Computer Science &amp; Information Technology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01 / Module 01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02 / Module 02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03 / Module 03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04 / Module 04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05 / Module 05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06 / Module 06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07 / Module 07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07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7.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08 / Module 08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08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8.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09 / Module 09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09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9.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10 / Module 10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10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10.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11 / Module 11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11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11.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12 / Module 12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12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12.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13 / Module 13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13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13.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14 / Module 14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14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14.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15 / Module 15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15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15.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1B365D"/>
          </a:solidFill>
          <a:ln>
            <a:solidFill>
              <a:srgbClr val="1B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Week 16 / Module 16 — CIS-3325: Operating Systems Administration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54480"/>
            <a:ext cx="10728655" cy="4754880"/>
          </a:xfrm>
          <a:prstGeom prst="rect">
            <a:avLst/>
          </a:prstGeom>
          <a:solidFill>
            <a:srgbClr val="F8FAFC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B365D"/>
                </a:solidFill>
              </a:defRPr>
            </a:pPr>
            <a:r>
              <a:t>Module 16 Learning Objectives &amp; Deliverables: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Technical Focus: Theory, architecture, and hands-on laboratory application for Week 16.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SACSCOC RSI: Active faculty discussion board participation, weekly prompt, and peer dialogue.</a:t>
            </a:r>
          </a:p>
          <a:p>
            <a:pPr>
              <a:defRPr sz="1800">
                <a:solidFill>
                  <a:srgbClr val="1E293B"/>
                </a:solidFill>
              </a:defRPr>
            </a:pPr>
            <a:r>
              <a:t>• Applied Laboratory: Guided exercise with step-by-step verification and diagnostic screenshots.</a:t>
            </a:r>
          </a:p>
          <a:p>
            <a:pPr>
              <a:defRPr sz="1800" b="1">
                <a:solidFill>
                  <a:srgbClr val="D9A74A"/>
                </a:solidFill>
              </a:defRPr>
            </a:pPr>
            <a:r>
              <a:t>• Assessment: Weekly mastery quiz with automated pedagogical explanations on all questions.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