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CIS-4330: Introduction to Artificial Intelligence &amp; Neural Networks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CIS-4330: Introduction to Artificial Intelligence &amp; Neural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