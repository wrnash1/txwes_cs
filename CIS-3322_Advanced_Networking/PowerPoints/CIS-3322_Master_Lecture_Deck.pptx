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CIS-3322: Advanced Networking and Telecommunications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CIS-3322: Advanced Networking and Telecommunications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CIS-3322: Advanced Networking and Telecommunications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CIS-3322: Advanced Networking and Telecommunications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CIS-3322: Advanced Networking and Telecommunications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CIS-3322: Advanced Networking and Telecommunications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CIS-3322: Advanced Networking and Telecommunications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CIS-3322: Advanced Networking and Telecommunications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CIS-3322: Advanced Networking and Telecommunications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CIS-3322: Advanced Networking and Telecommunications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CIS-3322: Advanced Networking and Telecommunications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CIS-3322: Advanced Networking and Telecommunications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CIS-3322: Advanced Networking and Telecommunications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CIS-3322: Advanced Networking and Telecommunications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CIS-3322: Advanced Networking and Telecommunications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CIS-3322: Advanced Networking and Telecommunications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CIS-3322: Advanced Networking and Telecommunications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