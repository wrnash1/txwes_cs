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CIS-3310: IT Project Management and Leadership</a:t>
            </a:r>
          </a:p>
          <a:p>
            <a:pPr>
              <a:defRPr sz="2000" b="1">
                <a:solidFill>
                  <a:srgbClr val="D9A74A"/>
                </a:solidFill>
              </a:defRPr>
            </a:pPr>
            <a:r>
              <a:t>Texas Wesleyan University — Department of Computer Science &amp; Information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01 / Module 01 — CIS-3310: IT Project Management and Leadership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01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02 / Module 02 — CIS-3310: IT Project Management and Leadership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02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2.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03 / Module 03 — CIS-3310: IT Project Management and Leadership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03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3.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04 / Module 04 — CIS-3310: IT Project Management and Leadership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04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4.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05 / Module 05 — CIS-3310: IT Project Management and Leadership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05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5.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06 / Module 06 — CIS-3310: IT Project Management and Leadership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06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6.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07 / Module 07 — CIS-3310: IT Project Management and Leadership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07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7.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08 / Module 08 — CIS-3310: IT Project Management and Leadership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08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8.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09 / Module 09 — CIS-3310: IT Project Management and Leadership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09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9.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10 / Module 10 — CIS-3310: IT Project Management and Leadership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10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10.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11 / Module 11 — CIS-3310: IT Project Management and Leadership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11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11.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12 / Module 12 — CIS-3310: IT Project Management and Leadership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12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12.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13 / Module 13 — CIS-3310: IT Project Management and Leadership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13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13.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14 / Module 14 — CIS-3310: IT Project Management and Leadership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14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14.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15 / Module 15 — CIS-3310: IT Project Management and Leadership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15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15.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16 / Module 16 — CIS-3310: IT Project Management and Leadership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16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16.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