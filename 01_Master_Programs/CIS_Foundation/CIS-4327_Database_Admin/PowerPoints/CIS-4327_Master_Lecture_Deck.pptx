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CIS-4327: Database Administration and SQL Optimization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CIS-4327: Database Administration and SQL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CIS-4327: Database Administration and SQL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CIS-4327: Database Administration and SQL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CIS-4327: Database Administration and SQL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CIS-4327: Database Administration and SQL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CIS-4327: Database Administration and SQL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CIS-4327: Database Administration and SQL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CIS-4327: Database Administration and SQL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CIS-4327: Database Administration and SQL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CIS-4327: Database Administration and SQL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CIS-4327: Database Administration and SQL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CIS-4327: Database Administration and SQL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CIS-4327: Database Administration and SQL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CIS-4327: Database Administration and SQL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CIS-4327: Database Administration and SQL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CIS-4327: Database Administration and SQL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