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CIS-4331: Microsoft Azure Cloud Solutions Architecture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CIS-4331: Microsoft Azure Cloud Solutions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