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CIS-3350: Software Engineering &amp; Agile Methodologies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CIS-3350: Software Engineering &amp; Agile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