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CIS-4350: DevSecOps and Continuous CI/CD Pipelines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CIS-4350: DevSecOps and Continuous CI/CD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