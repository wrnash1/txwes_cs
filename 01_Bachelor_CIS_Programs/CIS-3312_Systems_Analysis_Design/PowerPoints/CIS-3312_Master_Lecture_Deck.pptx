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CIS-3312: Systems Analysis and Architecture Design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CIS-3312: Systems Analysis and Architecture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