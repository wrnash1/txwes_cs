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CIS-4315: Cybersecurity Governance, Risk, and Compliance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CIS-4315: Cybersecurity Governance, Risk,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