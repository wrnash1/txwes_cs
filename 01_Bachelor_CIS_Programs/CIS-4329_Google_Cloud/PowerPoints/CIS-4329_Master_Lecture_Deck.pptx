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CIS-4329: Google Cloud Platform (GCP) Infrastructure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CIS-4329: Google Cloud Platform (GCP)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