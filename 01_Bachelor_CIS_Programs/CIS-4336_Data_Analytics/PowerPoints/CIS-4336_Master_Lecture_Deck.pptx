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CIS-4336: Data Analytics, Mining, and Predictive Modeling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CIS-4336: Data Analytics, Mining,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