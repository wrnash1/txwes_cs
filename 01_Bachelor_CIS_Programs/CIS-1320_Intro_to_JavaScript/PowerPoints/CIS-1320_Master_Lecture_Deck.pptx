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CIS-1320: Introduction to JavaScript &amp; Web Scripting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CIS-1320: Introduction to JavaScript &amp; Web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