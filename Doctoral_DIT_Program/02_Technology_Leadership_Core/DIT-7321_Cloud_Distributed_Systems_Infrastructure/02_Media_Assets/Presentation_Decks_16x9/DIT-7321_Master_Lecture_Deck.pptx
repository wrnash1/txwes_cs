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DIT-7321: Cloud, Distributed Systems, and Emerging Infrastructure. In this doctoral seminar, we examine advanced concepts in Distributed systems consensus, CAP theorem, multi-cloud resilience, Kubernetes container orchestration, FinOps, and quantum-safe cryptography.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01: Theoretical Foundations of Distributed Computing. Focus on CAP Theorem, PACELC, and Distributed Consensus (Raft/Paxos)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02: Cloud Infrastructure Resilience &amp; SRE Principles. Focus on Site Reliability Engineering, Error Budgets, and SLIs/SLOs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03: Enterprise Container Orchestration &amp; Service Meshes. Focus on Kubernetes Multi-Cluster Networking and Envoy/Istio Meshes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04: Multi-Cloud Networking &amp; SD-WAN Interconnects. Focus on Cloud Exchange Hubs, Direct Connects, and BGP Transit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05: Cloud Financial Management (FinOps) &amp; Economics. Focus on Unit Economics, Reserved Capacity, and Cloud Cost Optimization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06: Emerging Infrastructure: Edge Computing &amp; Post-Quantum Cryptography. Focus on Quantum-Safe Migration (NIST FIPS 203/204) and Edge Compute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07: Culminating Cloud Infrastructure Resilience Strategy. Focus on Global Distributed Infrastructure Architecture Defense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DIT-7321: Cloud, Distributed Systems, and Emerging Infrastructure</a:t>
            </a:r>
          </a:p>
          <a:p>
            <a:pPr>
              <a:defRPr sz="1800">
                <a:solidFill>
                  <a:srgbClr val="D9A74A"/>
                </a:solidFill>
              </a:defRPr>
            </a:pPr>
            <a:r>
              <a:t>Doctor of Information Technology | Texas Wesleyan University | NIST CSF Govern–Protect / NIST AI RMF Govern–Manage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01: THEORETICAL FOUNDATIONS OF DISTRIBUTED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CAP Theorem, PACELC, and Distributed Consensus (Raft/Paxos)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02: CLOUD INFRASTRUCTURE RESILIENCE &amp; SRE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Site Reliability Engineering, Error Budgets, and SLIs/SLOs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03: ENTERPRISE CONTAINER ORCHESTRATION &amp; SERVICE MESHES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Kubernetes Multi-Cluster Networking and Envoy/Istio Meshes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04: MULTI-CLOUD NETWORKING &amp; SD-WAN INTERCONNECTS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Cloud Exchange Hubs, Direct Connects, and BGP Transit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05: CLOUD FINANCIAL MANAGEMENT (FINOPS) &amp;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Unit Economics, Reserved Capacity, and Cloud Cost Optimization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06: EMERGING INFRASTRUCTURE: EDGE COMPUTING &amp; POST-QUANTUM CRYPTOGRAPHY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Quantum-Safe Migration (NIST FIPS 203/204) and Edge Compute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07: CULMINATING CLOUD INFRASTRUCTURE RESILIENCE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Global Distributed Infrastructure Architecture Defense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