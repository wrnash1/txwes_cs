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DIT-7311: Enterprise Architecture and Digital Transformation. In this doctoral seminar, we examine advanced concepts in TOGAF Standard 10th Edition, Zachman framework, legacy systems modernization, cloud-native migration patterns, and organizational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Foundations of Enterprise Architecture. Focus on TOGAF Architecture Development Method (ADM) and Zachman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Business Architecture &amp; Capability Mapping. Focus on Strategic Value Streams and Business Capability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Data &amp; Application Architecture Integration. Focus on Event-Driven Architectures and Microservices Ecosystems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Technology Infrastructure &amp; Hybrid Cloud Patterns. Focus on Multi-Cloud Interoperability and Edge Infrastructure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Legacy Modernization Roadmaps &amp; Technical Debt. Focus on The Strangler Fig Pattern and Mainframe Decoupling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Measuring Digital Transformation ROI &amp; Agility. Focus on Lead Time, Deployment Frequency, and Value Stream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Enterprise Architecture Blueprint. Focus on Target State Architecture Defense and Transition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DIT-7311: Enterprise Architecture and Digital Transformation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Govern–Protect / NIST AI RMF Govern–Manage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FOUNDATIONS OF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TOGAF Architecture Development Method (ADM) and Zachman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BUSINESS ARCHITECTURE &amp; CAPABILITY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Strategic Value Streams and Business Capability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DATA &amp; APPLICATION ARCHITECTURE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Event-Driven Architectures and Microservices Ecosystems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TECHNOLOGY INFRASTRUCTURE &amp; HYBRID CLOUD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Multi-Cloud Interoperability and Edge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LEGACY MODERNIZATION ROADMAPS &amp; TECHNICAL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Strangler Fig Pattern and Mainframe Decoupling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MEASURING DIGITAL TRANSFORMATION ROI &amp; AGILITY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Lead Time, Deployment Frequency, and Value Stream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ENTERPRISE 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Target State Architecture Defense and Transition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