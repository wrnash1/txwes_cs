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DIT-7310: Technology Strategy, Governance, and Ethics. In this doctoral seminar, we examine advanced concepts in Enterprise IT strategy alignment, COBIT 2019, ITIL 4, ESG criteria in technology, fiduciary oversight, and ethical dilemmas in emerging tech.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01: Strategic Alignment of IT and Enterprise Mission. Focus on Henderson-Venkatraman Strategic Alignment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02: Enterprise IT Governance Frameworks. Focus on COBIT 2019 Goals Cascade and ITIL 4 Service Value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03: Fiduciary Duties of the Technology Executive. Focus on Board Governance, Audit Committees, and Fiduciary Care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04: Ethical Dilemmas in Emerging Technology Adoption. Focus on Algorithmic Bias, Surveillance Capitalism, and Labor Impact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05: Environmental, Social &amp; Governance (ESG) in IT. Focus on Green Computing, Data Center Energy, and Sustainable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06: Executive Stakeholder Communication &amp; Advocacy. Focus on Translating Technical Debt into Balance Sheet Exposure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07: Culminating Strategic IT Governance Blueprint. Focus on Enterprise Strategic Plan and Governance Framework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2286000"/>
          </a:xfrm>
          <a:prstGeom prst="rect">
            <a:avLst/>
          </a:prstGeom>
          <a:noFill/>
        </p:spPr>
        <p:txBody>
          <a:bodyPr wrap="square">
            <a:spAutoFit/>
          </a:bodyPr>
          <a:lstStyle/>
          <a:p>
            <a:pPr>
              <a:defRPr sz="3600" b="1">
                <a:solidFill>
                  <a:srgbClr val="FFFFFF"/>
                </a:solidFill>
              </a:defRPr>
            </a:pPr>
            <a:r>
              <a:t>DIT-7310: Technology Strategy, Governance, and Ethics</a:t>
            </a:r>
          </a:p>
          <a:p>
            <a:pPr>
              <a:defRPr sz="1800">
                <a:solidFill>
                  <a:srgbClr val="D9A74A"/>
                </a:solidFill>
              </a:defRPr>
            </a:pPr>
            <a:r>
              <a:t>Doctor of Information Technology | Texas Wesleyan University | NIST CSF Govern–Protect / NIST AI RMF Govern–Manage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01: STRATEGIC ALIGNMENT OF IT AND ENTERPRISE MISSION</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Henderson-Venkatraman Strategic Alignment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02: ENTERPRISE IT GOVERNANCE FRAMEWORKS</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COBIT 2019 Goals Cascade and ITIL 4 Service Value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03: FIDUCIARY DUTIES OF THE TECHNOLOGY EXECUTIVE</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Board Governance, Audit Committees, and Fiduciary Care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04: ETHICAL DILEMMAS IN EMERGING TECHNOLOGY ADOPTION</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Algorithmic Bias, Surveillance Capitalism, and Labor Impact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05: ENVIRONMENTAL, SOCIAL &amp; GOVERNANCE (ESG) IN IT</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Green Computing, Data Center Energy, and Sustainable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06: EXECUTIVE STAKEHOLDER COMMUNICATION &amp; ADVOCACY</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Translating Technical Debt into Balance Sheet Exposure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07: CULMINATING STRATEGIC IT GOVERNANCE BLUEPRINT</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Enterprise Strategic Plan and Governance Framework Defense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