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DIT-7320: Data, AI, and Responsible Innovation. In this doctoral seminar, we examine advanced concepts in NIST AI Risk Management Framework (AI RMF 1.0), generative AI governance, algorithmic transparency, bias auditing, and organizational AI adoption.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01: NIST AI RMF 1.0 Foundations &amp; The GOVERN Function. Focus on AI Risk Governance, Executive Accountability, and Culture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02: Mapping AI Risks &amp; Organizational Context (MAP Function). Focus on Categorizing Systemic, Societal, and Enterprise AI Risks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03: Measuring AI Trustworthiness &amp; Metrics (MEASURE Function). Focus on Evaluating Accuracy, Explainability, Robustness, and Fairness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04: Managing Algorithmic Risk in Production (MANAGE Function). Focus on Post-Deployment Monitoring, Guardrails, and Incident Response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05: Generative AI &amp; Large Language Model Enterprise Integration. Focus on RAG Architectures, Data Leakage, and IP Infringement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06: Global AI Regulation, EU AI Act &amp; Compliance. Focus on Risk Tiering, Prohibited AI Practices, and Conformity Audits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Lecture script for Module 07: Culminating Enterprise AI Governance Framework. Focus on Comprehensive Organizational AI Adoption Policy &amp; Defense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2286000"/>
          </a:xfrm>
          <a:prstGeom prst="rect">
            <a:avLst/>
          </a:prstGeom>
          <a:noFill/>
        </p:spPr>
        <p:txBody>
          <a:bodyPr wrap="square">
            <a:spAutoFit/>
          </a:bodyPr>
          <a:lstStyle/>
          <a:p>
            <a:pPr>
              <a:defRPr sz="3600" b="1">
                <a:solidFill>
                  <a:srgbClr val="FFFFFF"/>
                </a:solidFill>
              </a:defRPr>
            </a:pPr>
            <a:r>
              <a:t>DIT-7320: Data, AI, and Responsible Innovation</a:t>
            </a:r>
          </a:p>
          <a:p>
            <a:pPr>
              <a:defRPr sz="1800">
                <a:solidFill>
                  <a:srgbClr val="D9A74A"/>
                </a:solidFill>
              </a:defRPr>
            </a:pPr>
            <a:r>
              <a:t>Doctor of Information Technology | Texas Wesleyan University | NIST CSF Govern–Protect / NIST AI RMF Govern–Manage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01: NIST AI RMF 1.0 FOUNDATIONS &amp; THE GOVERN FUNCTION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AI Risk Governance, Executive Accountability, and Culture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02: MAPPING AI RISKS &amp; ORGANIZATIONAL CONTEXT (MAP FUNCTION)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Categorizing Systemic, Societal, and Enterprise AI Risks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03: MEASURING AI TRUSTWORTHINESS &amp; METRICS (MEASURE FUNCTION)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Evaluating Accuracy, Explainability, Robustness, and Fairness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04: MANAGING ALGORITHMIC RISK IN PRODUCTION (MANAGE FUNCTION)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Post-Deployment Monitoring, Guardrails, and Incident Response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05: GENERATIVE AI &amp; LARGE LANGUAGE MODEL ENTERPRISE INTEGRATION</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RAG Architectures, Data Leakage, and IP Infringement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06: GLOBAL AI REGULATION, EU AI ACT &amp; COMPLIANCE</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Risk Tiering, Prohibited AI Practices, and Conformity Audits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1B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97280"/>
            <a:ext cx="12191695" cy="54864"/>
          </a:xfrm>
          <a:prstGeom prst="rect">
            <a:avLst/>
          </a:prstGeom>
          <a:solidFill>
            <a:srgbClr val="D9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515600" cy="548640"/>
          </a:xfrm>
          <a:prstGeom prst="rect">
            <a:avLst/>
          </a:prstGeom>
          <a:noFill/>
        </p:spPr>
        <p:txBody>
          <a:bodyPr wrap="none">
            <a:spAutoFit/>
          </a:bodyPr>
          <a:lstStyle/>
          <a:p>
            <a:pPr>
              <a:defRPr sz="2000" b="1">
                <a:solidFill>
                  <a:srgbClr val="FFFFFF"/>
                </a:solidFill>
              </a:defRPr>
            </a:pPr>
            <a:r>
              <a:t>MODULE 07: CULMINATING ENTERPRISE AI GOVERNANCE FRAMEWORK</a:t>
            </a:r>
          </a:p>
        </p:txBody>
      </p:sp>
      <p:sp>
        <p:nvSpPr>
          <p:cNvPr id="5" name="TextBox 4"/>
          <p:cNvSpPr txBox="1"/>
          <p:nvPr/>
        </p:nvSpPr>
        <p:spPr>
          <a:xfrm>
            <a:off x="914400" y="1828800"/>
            <a:ext cx="10332720" cy="4114800"/>
          </a:xfrm>
          <a:prstGeom prst="rect">
            <a:avLst/>
          </a:prstGeom>
          <a:noFill/>
        </p:spPr>
        <p:txBody>
          <a:bodyPr wrap="none">
            <a:spAutoFit/>
          </a:bodyPr>
          <a:lstStyle/>
          <a:p>
            <a:pPr>
              <a:defRPr sz="2200" b="1">
                <a:solidFill>
                  <a:srgbClr val="1B365D"/>
                </a:solidFill>
              </a:defRPr>
            </a:pPr>
            <a:r>
              <a:t>Doctoral Seminar Focus:</a:t>
            </a:r>
          </a:p>
          <a:p>
            <a:pPr>
              <a:defRPr sz="1600">
                <a:solidFill>
                  <a:srgbClr val="0F172A"/>
                </a:solidFill>
              </a:defRPr>
            </a:pPr>
            <a:r>
              <a:t>Comprehensive Organizational AI Adoption Policy &amp; Defense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