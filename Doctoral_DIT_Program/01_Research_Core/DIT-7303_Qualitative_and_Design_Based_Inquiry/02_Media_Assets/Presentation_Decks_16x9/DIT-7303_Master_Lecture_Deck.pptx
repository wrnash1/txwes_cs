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DIT-7303: Qualitative and Design-Based Inquiry in Technology. In this doctoral seminar, we examine advanced concepts in Design-science research (DSR), qualitative case study design, semi-structured elite interviews, thematic coding, and methodological triangulation.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Qualitative Foundations in Information Systems. Focus on Philosophical Paradigms and Interpretive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Design Science Research (DSR) Methodologies. Focus on The Hevner DSR Framework and Artifact Creation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Elite Stakeholder Interviews &amp; Delphi Studies. Focus on Protocol Formulation, Interviewing CIOs/CISOs, and Rigor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Qualitative Data Analysis &amp; Thematic Coding. Focus on Inductive/Deductive Coding and Qualitative Software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Organizational Case Study Methodology. Focus on Single vs. Multiple Embedded Case Designs (Yin Framework)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Methodological Triangulation &amp; Research Ethics. Focus on IRB Navigation, Confidentiality, and Validity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Culminating DSR Artifact Evaluation &amp; Defense. Focus on Design-Science Artifact Defense and Rigor Justification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DIT-7303: Qualitative and Design-Based Inquiry in Technology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Identify / NIST AI RMF Map–Measure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QUALITATIVE FOUNDATIONS IN INFORMATION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Philosophical Paradigms and Interpretive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DESIGN SCIENCE RESEARCH (DSR)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The Hevner DSR Framework and Artifact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ELITE STAKEHOLDER INTERVIEWS &amp; DELPHI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Protocol Formulation, Interviewing CIOs/CISOs, and Rigor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QUALITATIVE DATA ANALYSIS &amp; THEMATIC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Inductive/Deductive Coding and Qualitative Software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ORGANIZATIONAL CASE STUDY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Single vs. Multiple Embedded Case Designs (Yin Framework)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METHODOLOGICAL TRIANGULATION &amp; RESEARCH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IRB Navigation, Confidentiality, and Validity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DSR ARTIFACT EVALUATION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Design-Science Artifact Defense and Rigor Justification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