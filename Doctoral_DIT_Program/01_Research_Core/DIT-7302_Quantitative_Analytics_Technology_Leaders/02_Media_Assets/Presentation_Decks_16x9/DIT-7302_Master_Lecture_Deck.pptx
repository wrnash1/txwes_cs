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DIT-7302: Quantitative Analytics for Technology Leaders. In this doctoral seminar, we examine advanced concepts in Statistical inference, multivariate regression, reproducible data pipelines, and quantitative modeling of organizational technology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01: Statistical Inference in Enterprise Technology. Focus on Probability Distributions and Sampling Architectures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02: Multivariate Regression &amp; Econometric Modeling. Focus on OLS, Logistic Regression, and Interaction Effects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03: Quasi-Experimental Design &amp; Causal Inference. Focus on Difference-in-Differences and Propensity Score Matching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04: IT Performance Metrics &amp; Operational Telemetry. Focus on MTTR, Availability Modeling, and SLA Statistical Control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05: Reproducible Analytical Pipelines (R &amp; Python). Focus on Jupyter/RMarkdown Workflows and Data Governance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06: Evaluating Predictive Models in Enterprise Systems. Focus on ROC-AUC, Precision-Recall, and Overfitting Mitigation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07: Culminating Quantitative Empirical Briefing. Focus on Executive Data Defense and Empirical Modeling Report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DIT-7302: Quantitative Analytics for Technology Leaders</a:t>
            </a:r>
          </a:p>
          <a:p>
            <a:pPr>
              <a:defRPr sz="1800">
                <a:solidFill>
                  <a:srgbClr val="D9A74A"/>
                </a:solidFill>
              </a:defRPr>
            </a:pPr>
            <a:r>
              <a:t>Doctor of Information Technology | Texas Wesleyan University | NIST CSF Identify / NIST AI RMF Map–Measure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01: STATISTICAL INFERENCE IN ENTERPRISE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Probability Distributions and Sampling Architectures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02: MULTIVARIATE REGRESSION &amp; ECONOMETRIC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OLS, Logistic Regression, and Interaction Effects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03: QUASI-EXPERIMENTAL DESIGN &amp; CAUSAL INFERENCE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Difference-in-Differences and Propensity Score Matching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04: IT PERFORMANCE METRICS &amp; OPERATIONAL TELEMETRY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MTTR, Availability Modeling, and SLA Statistical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05: REPRODUCIBLE ANALYTICAL PIPELINES (R &amp; PYTHON)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Jupyter/RMarkdown Workflows and Data Governance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06: EVALUATING PREDICTIVE MODELS IN ENTERPRISE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ROC-AUC, Precision-Recall, and Overfitting Mitigation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07: CULMINATING QUANTITATIVE EMPIRICAL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Executive Data Defense and Empirical Modeling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