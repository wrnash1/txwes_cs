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DIT-7301: Doctoral Inquiry and Evidence for IT Decisions. In this doctoral seminar, we examine advanced concepts in Advanced evidence appraisal, doctoral research questions, theoretical framing, validity, and translating empirical research into executive technology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01: The Epistemology of Applied Doctoral Inquiry. Focus on Evidence-Based IT Decision Making and Theoretical Foundations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02: Framing Authentic Organizational Technology Problems. Focus on Problem Statement Scoping and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03: Critical Literature Appraisal &amp; Synthesis. Focus on Systematic Literature Reviews and Synthesis Matrices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04: Theoretical Frameworks &amp; Conceptual Modeling. Focus on Theory of Change and Systems Thinking in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05: Construct Validity, Internal Validity &amp; Threat Analysis. Focus on Research Rigor and Methodological Triangulation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06: Translating Research Evidence into Executive Interventions. Focus on Evidence-to-Practice Translation and Policy Briefing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07: Culminating Doctoral Inquiry Defense. Focus on Doctoral Research Prospectus and Proposal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286000"/>
          </a:xfrm>
          <a:prstGeom prst="rect">
            <a:avLst/>
          </a:prstGeom>
          <a:noFill/>
        </p:spPr>
        <p:txBody>
          <a:bodyPr wrap="square">
            <a:spAutoFit/>
          </a:bodyPr>
          <a:lstStyle/>
          <a:p>
            <a:pPr>
              <a:defRPr sz="3600" b="1">
                <a:solidFill>
                  <a:srgbClr val="FFFFFF"/>
                </a:solidFill>
              </a:defRPr>
            </a:pPr>
            <a:r>
              <a:t>DIT-7301: Doctoral Inquiry and Evidence for IT Decisions</a:t>
            </a:r>
          </a:p>
          <a:p>
            <a:pPr>
              <a:defRPr sz="1800">
                <a:solidFill>
                  <a:srgbClr val="D9A74A"/>
                </a:solidFill>
              </a:defRPr>
            </a:pPr>
            <a:r>
              <a:t>Doctor of Information Technology | Texas Wesleyan University | NIST CSF Identify / NIST AI RMF Map–Measure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01: THE EPISTEMOLOGY OF APPLIED DOCTORAL INQUIRY</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Evidence-Based IT Decision Making and Theoretical Foundations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02: FRAMING AUTHENTIC ORGANIZATIONAL TECHNOLOGY PROBLEMS</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Problem Statement Scoping and Stakeholder Mapping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03: CRITICAL LITERATURE APPRAISAL &amp; SYNTHESIS</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Systematic Literature Reviews and Synthesis Matrices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04: THEORETICAL FRAMEWORKS &amp; CONCEPTUAL MODELING</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Theory of Change and Systems Thinking in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05: CONSTRUCT VALIDITY, INTERNAL VALIDITY &amp; THREAT ANALYSIS</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Research Rigor and Methodological Triangulation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06: TRANSLATING RESEARCH EVIDENCE INTO EXECUTIVE INTERVENTIONS</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Evidence-to-Practice Translation and Policy Briefing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07: CULMINATING DOCTORAL INQUIRY DEFENSE</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Doctoral Research Prospectus and Proposal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