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DIT-8306: Technology Impact and Dissemination Practicum. In this doctoral seminar, we examine advanced concepts in Executive briefing creation, conference manuscript preparation, peer-reviewed article submission, and organizational impact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Translating Doctoral Research for Industry Executives. Focus on Crafting C-Suite Whitepapers and Executive Summaries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Formulating Peer-Reviewed Journal Submissions. Focus on Adapting Applied Findings for IEEE, ACM, or MISQ Journals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Preparing Academic &amp; Industry Conference Presentations. Focus on Submitting Proposals for Academic &amp; Executive Conferences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Architectural Intellectual Property &amp; Open Licensing. Focus on Navigating Patents, Copyrights, and Artifact Dissemination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Measuring Long-Term Technology Transfer &amp; Impact. Focus on Post-Implementation Organizational Auditing Frameworks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Doctoral Leadership &amp; Mentorship in Industry. Focus on The D.I.T. Scholar-Practitioner Identity in Enterprise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Culminating Dissemination Portfolio Defense. Focus on Final Public Dissemination Defense and Program Capstone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DIT-8306: Technology Impact and Dissemination Practicum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Govern–Identify / NIST AI RMF Map–Measure–Manage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TRANSLATING DOCTORAL RESEARCH FOR INDUSTRY EXECUTIVES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Crafting C-Suite Whitepapers and Executive Summaries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FORMULATING PEER-REVIEWED JOURNAL SUBMISSIONS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Adapting Applied Findings for IEEE, ACM, or MISQ Journals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PREPARING ACADEMIC &amp; INDUSTRY CONFERENCE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Submitting Proposals for Academic &amp; Executive Conferences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ARCHITECTURAL INTELLECTUAL PROPERTY &amp; OPEN 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Navigating Patents, Copyrights, and Artifact Dissemination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MEASURING LONG-TERM TECHNOLOGY TRANSFER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Post-Implementation Organizational Auditing Frameworks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DOCTORAL LEADERSHIP &amp; MENTORSHIP IN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The D.I.T. Scholar-Practitioner Identity in Enterprise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DISSEMINATION PORTFOLIO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Final Public Dissemination Defense and Program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