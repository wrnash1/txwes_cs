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DIT-8302: Project Design, Ethics, and Proposal Defense. In this doctoral seminar, we examine advanced concepts in Methodological architecture, ethical review, IRB protocols, feasibility assessment, project prospectus development, and formal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01: Selecting Methodological Approach (DSR vs Empirical). Focus on Matching Research Design to Applied Problem Scopes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02: Data Collection Instruments &amp; Protocol Design. Focus on Telemetry Extraction, Surveys, and Elite Interview Guides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03: Ethical Oversight &amp; IRB Protocols at Texas Wesleyan. Focus on Human Subjects Protections, Confidentiality, and Data 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04: Organizational Feasibility &amp; Resource Budgeting. Focus on Gantt Scheduling, Technology Access, and Risk Contingency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05: Drafting the Complete Doctoral Project Proposal. Focus on Integrating Chapters 1, 2, and 3 into Cohesive Manuscript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06: Proposal Rehearsal &amp; Committee Presentation Polish. Focus on Slide Design, Defense Etiquette, and Anticipating Scrutiny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07: Formal Doctoral Project Proposal Defense. Focus on Oral Proposal Defense before Doctoral Committee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DIT-8302: Project Design, Ethics, and Proposal Defense</a:t>
            </a:r>
          </a:p>
          <a:p>
            <a:pPr>
              <a:defRPr sz="1800">
                <a:solidFill>
                  <a:srgbClr val="D9A74A"/>
                </a:solidFill>
              </a:defRPr>
            </a:pPr>
            <a:r>
              <a:t>Doctor of Information Technology | Texas Wesleyan University | NIST CSF Govern–Identify / NIST AI RMF Map–Measure–Manage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01: SELECTING METHODOLOGICAL APPROACH (DSR VS EMPIRICAL)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Matching Research Design to Applied Problem Scopes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02: DATA COLLECTION INSTRUMENTS &amp; PROTOCOL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Telemetry Extraction, Surveys, and Elite Interview Guides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03: ETHICAL OVERSIGHT &amp; IRB PROTOCOLS AT TEXAS WESLEYAN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Human Subjects Protections, Confidentiality, and Data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04: ORGANIZATIONAL FEASIBILITY &amp; RESOURCE BUDGETING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Gantt Scheduling, Technology Access, and Risk Contingency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05: DRAFTING THE COMPLETE DOCTORAL PROJECT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Integrating Chapters 1, 2, and 3 into Cohesive Manuscript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06: PROPOSAL REHEARSAL &amp; COMMITTEE PRESENTATION POLISH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Slide Design, Defense Etiquette, and Anticipating Scrutiny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07: FORMAL DOCTORAL PROJECT PROPOSAL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Oral Proposal Defense before Doctoral Committee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