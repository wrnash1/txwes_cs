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DIT-8304: Applied Doctoral Project II: Analysis and Evaluation. In this doctoral seminar, we examine advanced concepts in Analytical evaluation of findings, validity threat testing, organizational implications, and evidence-based intervention refinement.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01: Executing Primary Statistical or Qualitative Analysis. Focus on Hypothesis Testing, DSR Evaluation, or Qualitative Thematics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02: Evaluating Intervention Performance &amp; ROI. Focus on Pre-vs-Post Metrics, Residual Risk, and Efficiency Gains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03: Triangulating Empirical Findings with Theory. Focus on Relating Results Back to Literature and National Standards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04: Stress-Testing Threats to Validity &amp; Limitations. Focus on Internal, External, and Construct Validity Defenses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05: Drafting Chapter 4 (Findings and Results). Focus on Data Visualizations, Empirical Tables, and Narrative Synthesis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06: Drafting Chapter 5 (Implications and Recommendations). Focus on Strategic Recommendations for IT Practitioners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07: Doctoral Project Milestone 4 Review. Focus on Comprehensive Analysis &amp; Results Defense to Chair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DIT-8304: Applied Doctoral Project II: Analysis and Evaluation</a:t>
            </a:r>
          </a:p>
          <a:p>
            <a:pPr>
              <a:defRPr sz="1800">
                <a:solidFill>
                  <a:srgbClr val="D9A74A"/>
                </a:solidFill>
              </a:defRPr>
            </a:pPr>
            <a:r>
              <a:t>Doctor of Information Technology | Texas Wesleyan University | NIST CSF Govern–Identify / NIST AI RMF Map–Measure–Manage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01: EXECUTING PRIMARY STATISTICAL OR QUALITATIVE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Hypothesis Testing, DSR Evaluation, or Qualitative Thematics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02: EVALUATING INTERVENTION PERFORMANCE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Pre-vs-Post Metrics, Residual Risk, and Efficiency Gains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03: TRIANGULATING EMPIRICAL FINDINGS WITH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Relating Results Back to Literature and National Standards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04: STRESS-TESTING THREATS TO VALIDITY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Internal, External, and Construct Validity Defenses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05: DRAFTING CHAPTER 4 (FINDINGS AND RESULTS)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Data Visualizations, Empirical Tables, and Narrative Synthesis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06: DRAFTING CHAPTER 5 (IMPLICATIONS AND RECOMMENDATIONS)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Strategic Recommendations for IT Practitioners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07: DOCTORAL PROJECT MILESTONE 4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Comprehensive Analysis &amp; Results Defense to Chair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