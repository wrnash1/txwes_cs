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DIT-8305: Applied Doctoral Project III: Manuscript and Defense. In this doctoral seminar, we examine advanced concepts in Complete doctoral manuscript integration, peer-review polish, oral defense before faculty committee, and academic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01: Manuscript Structural Integration (Chapters 1–5). Focus on Formatting, Citations, Appendices, and Institutional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02: Doctoral Writing Precision &amp; Scholarly Polish. Focus on Eliminating Ambiguity, Assertive Voice, and Flow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03: Formal Committee Review &amp; Revision Iteration. Focus on Addressing Faculty Committee Feedback and Revisions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04: Developing the Defense Slide Deck &amp; Executive Summary. Focus on High-Impact Visual Defense for Academic and Industry Peers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05: Oral Defense Simulation &amp; Mock Cross-Examination. Focus on Defense Preparation, Rebuttal Strategy, and Delivery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06: Formal Oral Defense of the Applied Doctoral Project. Focus on Terminal Oral Defense before Doctoral Committee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Lecture script for Module 07: Post-Defense Final Edits &amp; University Archival. Focus on Submitting Final Bound/Digital Manuscript for Degree Conferral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DIT-8305: Applied Doctoral Project III: Manuscript and Defense</a:t>
            </a:r>
          </a:p>
          <a:p>
            <a:pPr>
              <a:defRPr sz="1800">
                <a:solidFill>
                  <a:srgbClr val="D9A74A"/>
                </a:solidFill>
              </a:defRPr>
            </a:pPr>
            <a:r>
              <a:t>Doctor of Information Technology | Texas Wesleyan University | NIST CSF Govern–Identify / NIST AI RMF Map–Measure–Manage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01: MANUSCRIPT STRUCTURAL INTEGRATION (CHAPTERS 1–5)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Formatting, Citations, Appendices, and Institutional Style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02: DOCTORAL WRITING PRECISION &amp; SCHOLARLY POLISH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Eliminating Ambiguity, Assertive Voice, and Flow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03: FORMAL COMMITTEE REVIEW &amp; REVISION ITERATION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Addressing Faculty Committee Feedback and Revisions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04: DEVELOPING THE DEFENSE SLIDE DECK &amp; 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High-Impact Visual Defense for Academic and Industry Peers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05: ORAL DEFENSE SIMULATION &amp; MOCK CROSS-EXAMINATION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Defense Preparation, Rebuttal Strategy, and Delivery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06: FORMAL ORAL DEFENSE OF THE APPLIED DOCTORAL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Terminal Oral Defense before Doctoral Committee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1695" cy="54864"/>
          </a:xfrm>
          <a:prstGeom prst="rect">
            <a:avLst/>
          </a:prstGeom>
          <a:solidFill>
            <a:srgbClr val="D9A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MODULE 07: POST-DEFENSE FINAL EDITS &amp; UNIVERSITY ARCHIVAL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Doctoral Seminar Focus:</a:t>
            </a:r>
          </a:p>
          <a:p>
            <a:pPr>
              <a:defRPr sz="1600">
                <a:solidFill>
                  <a:srgbClr val="0F172A"/>
                </a:solidFill>
              </a:defRPr>
            </a:pPr>
            <a:r>
              <a:t>Submitting Final Bound/Digital Manuscript for Degree Conferral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