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DIT-8303: Applied Doctoral Project I: Implementation and Data Collection. In this doctoral seminar, we examine advanced concepts in Supervised organizational implementation or empirical data collection under approved protocols, milestone tracking, and audit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01: Executing Approved Data Collection Protocols. Focus on Field Deployment, Instrumentation, and System Telemetry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02: Data Hygiene, Cleansing &amp; Audit Trails. Focus on Data Quality Control, Missing Value Management, and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03: Monitoring Organizational Intervention Milestones. Focus on Tracking System Implementation Across Enterprise Phases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04: Addressing Emergent Field Anomalies &amp; Roadblocks. Focus on Adaptive Governance and Protocol Deviation Logging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05: Mid-Implementation Committee Progress Review. Focus on Formal Chair Consultation and Checkpoint Evaluation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06: Compiling Complete Raw Empirical Corpus. Focus on Corpus Organization, Encryption, and Archival Integrity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07: Doctoral Project Milestone 3 Review. Focus on Data Collection Closure and Analytical Readiness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DIT-8303: Applied Doctoral Project I: Implementation and Data Collection</a:t>
            </a:r>
          </a:p>
          <a:p>
            <a:pPr>
              <a:defRPr sz="1800">
                <a:solidFill>
                  <a:srgbClr val="D9A74A"/>
                </a:solidFill>
              </a:defRPr>
            </a:pPr>
            <a:r>
              <a:t>Doctor of Information Technology | Texas Wesleyan University | NIST CSF Govern–Identify / NIST AI RMF Map–Measure–Manage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01: EXECUTING APPROVED DATA COLLECTION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Field Deployment, Instrumentation, and System Telemetry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02: DATA HYGIENE, CLEANSING &amp; AUDIT TRAILS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Data Quality Control, Missing Value Management, and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03: MONITORING ORGANIZATIONAL INTERVENTION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Tracking System Implementation Across Enterprise Phases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04: ADDRESSING EMERGENT FIELD ANOMALIES &amp; ROADBLOCKS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Adaptive Governance and Protocol Deviation Logging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05: MID-IMPLEMENTATION COMMITTEE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Formal Chair Consultation and Checkpoint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06: COMPILING COMPLETE RAW EMPIRICAL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Corpus Organization, Encryption, and Archival Integrity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07: DOCTORAL PROJECT MILESTONE 3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Data Collection Closure and Analytical Readiness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