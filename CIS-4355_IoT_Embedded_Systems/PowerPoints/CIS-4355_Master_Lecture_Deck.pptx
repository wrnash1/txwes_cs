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CIS-4355: Internet of Things (IoT) &amp; Embedded Edge Systems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CIS-4355: Internet of Things (IoT) &amp; Embedded Edge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