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CIS-3326: Windows Server Administration &amp; Active Directory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CIS-3326: Windows Server Administration &amp; 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