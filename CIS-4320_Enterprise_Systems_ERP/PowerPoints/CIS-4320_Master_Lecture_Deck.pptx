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CIS-4320: Enterprise Systems and ERP Architecture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CIS-4320: Enterprise Systems and ERP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