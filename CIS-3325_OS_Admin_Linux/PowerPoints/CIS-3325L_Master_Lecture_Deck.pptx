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CIS-3325L: Linux Operating Systems Administration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CIS-3325L: Linux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