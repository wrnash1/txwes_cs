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CIS-4335: IT Service Management and ITIL Best Practices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CIS-4335: IT Service Management and ITIL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