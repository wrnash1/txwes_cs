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evening, doctoral scholars. Welcome to DIT 7312: Cybersecurity Governance, Risk, and Resilience. As C-suite and executive technology leaders, our objective this term is to bridge deep technical architecture with board-level fiduciary oversight and regulatory compliance.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Teleprompter Lecture Script for Module 01: In this lecture, we examine Enterprise Cybersecurity Governance &amp; Board Accountability. Focus on NIST CSF 2.0 Govern Function (GV.OC, GV.RM, GV.SC), SEC 4-day material incident reporting (Form 8-K), risk appetite framing, and board-level fiduciary oversight.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Teleprompter Lecture Script for Module 02: In this lecture, we examine Threat Modeling, Asset Visibility &amp; Supply Chain Risk Management. Focus on NIST CSF 2.0 Identify Function, Cybersecurity Supply Chain Risk Management (C-SCRM / NIST SP 800-161), Software Bill of Materials (SBOM), and vendor tiering.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Teleprompter Lecture Script for Module 03: In this lecture, we examine Zero Trust Architecture &amp; Enterprise Control Hardening. Focus on NIST SP 800-207 Zero Trust Architecture (ZTA), identity as the perimeter, micro-segmentation, software-defined perimeters (SDP), and policy engine enforcement.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Teleprompter Lecture Script for Module 04: In this lecture, we examine Continuous Detection, Threat Hunting &amp; Security Operations. Focus on NIST CSF 2.0 Detect Function, MITRE ATT&amp;CK enterprise mapping, SIEM/SOAR/XDR engineering, anomaly-based telemetry, and autonomous SOC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Teleprompter Lecture Script for Module 05: In this lecture, we examine Incident Response Orchestration &amp; Digital Forensics Readiness. Focus on NIST CSF 2.0 Respond Function, NIST SP 800-61 Rev. 3, forensic sound extraction, crisis communications, ransomware negotiation dynamics, and legal privilege.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Teleprompter Lecture Script for Module 06: In this lecture, we examine Cyber Resilience, Business Continuity &amp; Cyber Insurance. Focus on NIST CSF 2.0 Recover Function, operational resilience, air-gapped immutable backup architectures, chaos engineering in disaster recovery, and cyber insurance underwriting.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Teleprompter Lecture Script for Module 07: In this lecture, we examine Culminating Synthesis &amp; Doctoral Strategic Defense. Focus on Comprehensive enterprise cyber resilience integration, aligning governance with organizational strategy, Board defense protocols, and applied research proposal framing.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DIT 7312: Cybersecurity Governance, Risk, and Resilience</a:t>
            </a:r>
          </a:p>
          <a:p>
            <a:pPr>
              <a:defRPr sz="1800">
                <a:solidFill>
                  <a:srgbClr val="D9A74A"/>
                </a:solidFill>
              </a:defRPr>
            </a:pPr>
            <a:r>
              <a:t>Executive Lecture Series | Professor William Nash, Ph.D. | Texas Wesleyan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9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01: ENTERPRISE CYBERSECURITY GOVERNANCE &amp; BOARD ACCOUNTABILITY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Doctoral Seminar Focus: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NIST CSF 2.0 Govern Function (GV.OC, GV.RM, GV.SC), SEC 4-day material incident reporting (Form 8-K), risk appetite framing, and board-level fiduciary oversight.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9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02: THREAT MODELING, ASSET VISIBILITY &amp; SUPPLY CHAIN RISK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Doctoral Seminar Focus: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NIST CSF 2.0 Identify Function, Cybersecurity Supply Chain Risk Management (C-SCRM / NIST SP 800-161), Software Bill of Materials (SBOM), and vendor tiering.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9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03: ZERO TRUST ARCHITECTURE &amp; ENTERPRISE CONTROL HARDENING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Doctoral Seminar Focus: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NIST SP 800-207 Zero Trust Architecture (ZTA), identity as the perimeter, micro-segmentation, software-defined perimeters (SDP), and policy engine enforcement.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9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04: CONTINUOUS DETECTION, THREAT HUNTING &amp; SECURITY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Doctoral Seminar Focus: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NIST CSF 2.0 Detect Function, MITRE ATT&amp;CK enterprise mapping, SIEM/SOAR/XDR engineering, anomaly-based telemetry, and autonomous SOC operations.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9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05: INCIDENT RESPONSE ORCHESTRATION &amp; DIGITAL FORENSICS READINESS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Doctoral Seminar Focus: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NIST CSF 2.0 Respond Function, NIST SP 800-61 Rev. 3, forensic sound extraction, crisis communications, ransomware negotiation dynamics, and legal privilege.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9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06: CYBER RESILIENCE, BUSINESS CONTINUITY &amp; CYBER INSURANCE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Doctoral Seminar Focus: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NIST CSF 2.0 Recover Function, operational resilience, air-gapped immutable backup architectures, chaos engineering in disaster recovery, and cyber insurance underwriting.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9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07: CULMINATING SYNTHESIS &amp; DOCTORAL STRATEGIC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Doctoral Seminar Focus: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Comprehensive enterprise cyber resilience integration, aligning governance with organizational strategy, Board defense protocols, and applied research proposal framing.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