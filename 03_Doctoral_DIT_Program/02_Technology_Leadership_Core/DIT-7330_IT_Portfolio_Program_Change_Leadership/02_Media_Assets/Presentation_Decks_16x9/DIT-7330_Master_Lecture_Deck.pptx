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DIT-7330: IT Portfolio, Program, and Change Leadership. In this doctoral seminar, we examine advanced concepts in Strategic technology portfolio optimization, program management offices (PMO), Kotter/Prosci change management, and IT talent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01: Strategic IT Portfolio Management &amp; Capital Allocation. Focus on Balancing Run-the-Bank vs. Change-the-Bank Portfolios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02: Program Management Office (PMO) Optimization. Focus on Agile at Scale (SAFe/Spotify) vs. Predictive Stage-Gate Controls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03: Leading Organizational Technology Change. Focus on Kotter’s 8-Step Model and Prosci ADKAR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04: Executive Communication &amp; Cross-Functional Alignment. Focus on Partnering with the CFO, CMO, and Chief Legal Officer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05: Building High-Performance Engineering Cultures. Focus on Psychological Safety, Developer Velocity, and Talent Retention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06: Mergers, Acquisitions &amp; Systems Integration. Focus on IT Due Diligence, Technical Carve-Outs, and Day-1 Synergy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07: Culminating Strategic IT Program Portfolio Defense. Focus on Executive Portfolio Reallocation Briefing &amp; Defense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DIT-7330: IT Portfolio, Program, and Change Leadership</a:t>
            </a:r>
          </a:p>
          <a:p>
            <a:pPr>
              <a:defRPr sz="1800">
                <a:solidFill>
                  <a:srgbClr val="D9A74A"/>
                </a:solidFill>
              </a:defRPr>
            </a:pPr>
            <a:r>
              <a:t>Doctor of Information Technology | Texas Wesleyan University | NIST CSF Govern–Protect / NIST AI RMF Govern–Manage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01: STRATEGIC IT PORTFOLIO MANAGEMENT &amp; CAPITAL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Balancing Run-the-Bank vs. Change-the-Bank Portfolios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02: PROGRAM MANAGEMENT OFFICE (PMO)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Agile at Scale (SAFe/Spotify) vs. Predictive Stage-Gate Controls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03: LEADING ORGANIZATIONAL TECHNOLOGY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Kotter’s 8-Step Model and Prosci ADKAR Implementation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04: EXECUTIVE COMMUNICATION &amp; CROSS-FUNCTIONAL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Partnering with the CFO, CMO, and Chief Legal Officer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05: BUILDING HIGH-PERFORMANCE ENGINEERING CULTURES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Psychological Safety, Developer Velocity, and Talent Retention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06: MERGERS, ACQUISITIONS &amp; SYSTEMS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IT Due Diligence, Technical Carve-Outs, and Day-1 Synergy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07: CULMINATING STRATEGIC IT PROGRAM PORTFOLIO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Executive Portfolio Reallocation Briefing &amp;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