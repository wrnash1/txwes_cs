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DIT-8301: Applied Problem Framing and Literature Synthesis. In this doctoral seminar, we examine advanced concepts in Scoping an authentic organizational IT problem, critical literature synthesis, stakeholder mapping, and conceptual framework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Identifying the Authentic Practice Problem. Focus on Distinguishing Symptoms from Root Organizational IT Causes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Contextualizing Problem Within Organizational Setting. Focus on Sponsor Engagement, Access Permissions, and Scope Boundaries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Systematic Literature Search &amp; Database Querying. Focus on IEEE Xplore, ACM Digital Library, and Scopus Systematic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Constructing the Doctoral Synthesis Matrix. Focus on Analyzing Convergent and Divergent Academic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Formulating Defensible Research Questions. Focus on Applied Inquiry Questions vs. Commercial Consulting Goals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Drafting Chapter 1 &amp; Chapter 2 Outlines. Focus on Background, Problem Statement, Purpose, and 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Doctoral Project Milestone 1 Defense. Focus on Problem Framing &amp; Literature Synthesis Prospectus Defense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DIT-8301: Applied Problem Framing and Literature Synthesis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Govern–Identify / NIST AI RMF Map–Measure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IDENTIFYING THE AUTHENTIC PRACTICE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Distinguishing Symptoms from Root Organizational IT Causes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CONTEXTUALIZING PROBLEM WITHIN ORGANIZATIONAL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Sponsor Engagement, Access Permissions, and Scope Boundaries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SYSTEMATIC LITERATURE SEARCH &amp; DATABASE QUERYING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IEEE Xplore, ACM Digital Library, and Scopus Systematic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CONSTRUCTING THE DOCTORAL SYNTHESIS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Analyzing Convergent and Divergent Academic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FORMULATING DEFENSIBLE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Applied Inquiry Questions vs. Commercial Consulting Goals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DRAFTING CHAPTER 1 &amp; CHAPTER 2 OUTLINES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Background, Problem Statement, Purpose, and Literature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DOCTORAL PROJECT MILESTONE 1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Problem Framing &amp; Literature Synthesis Prospectus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