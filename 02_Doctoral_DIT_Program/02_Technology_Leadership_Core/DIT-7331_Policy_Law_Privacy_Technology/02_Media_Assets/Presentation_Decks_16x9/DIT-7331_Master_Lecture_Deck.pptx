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DIT-7331: Policy, Law, Privacy, and Technology. In this doctoral seminar, we examine advanced concepts in Privacy engineering, GDPR, CCPA/CPRA, HIPAA, cross-border data sovereignty, intellectual property in software, and AI 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Global Privacy Jurisdictions &amp; Data Protection Law. Focus on Comparative Analysis of GDPR, CCPA/CPRA, and State Statutes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Privacy by Design &amp; Technical Privacy Engineering. Focus on NIST Privacy Framework and Differential Privacy Principles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Cross-Border Data Transfers &amp; National Sovereignty. Focus on Schrems II, EU-US Data Privacy Framework, and Localization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Intellectual Property &amp; Open Source Governance. Focus on Patents, Trade Secrets, Copyrights, and Permissive vs. Copyleft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Legal Liability &amp; Duty of Care in Cyber Breaches. Focus on FTC Enforcement Actions, Negligence Tort, and Class 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Emerging Tech Regulation: Biometrics, AI, and Quantum. Focus on Facial Recognition Bans, Export Controls, and Tech Sanctions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Enterprise Privacy &amp; Legal Compliance Charter. Focus on Organizational Data Governance Charter and Legal Defense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DIT-7331: Policy, Law, Privacy, and Technology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Govern–Protect / NIST AI RMF Govern–Manage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GLOBAL PRIVACY JURISDICTIONS &amp; DATA PROTECTION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Comparative Analysis of GDPR, CCPA/CPRA, and State Statutes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PRIVACY BY DESIGN &amp; TECHNICAL PRIVACY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Privacy Framework and Differential Privacy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CROSS-BORDER DATA TRANSFERS &amp; NATIONAL SOVEREIGNTY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Schrems II, EU-US Data Privacy Framework, and Localization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INTELLECTUAL PROPERTY &amp; OPEN SOURCE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Patents, Trade Secrets, Copyrights, and Permissive vs. Copyleft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LEGAL LIABILITY &amp; DUTY OF CARE IN CYBER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FTC Enforcement Actions, Negligence Tort, and Class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EMERGING TECH REGULATION: BIOMETRICS, AI, AND 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Facial Recognition Bans, Export Controls, and Tech Sanctions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ENTERPRISE PRIVACY &amp; LEGAL COMPLIANCE CHARTER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Organizational Data Governance Charter and Legal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