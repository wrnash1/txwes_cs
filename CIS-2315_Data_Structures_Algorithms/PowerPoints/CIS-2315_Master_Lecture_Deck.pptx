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CIS-2315: Data Structures and Algorithms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CIS-2315: Data Structures and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