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CIS-2320: Computer Hardware and Systems Fundamentals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CIS-2320: Computer Hardware and Systems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