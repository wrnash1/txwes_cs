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CIS-4345: Machine Learning &amp; Deep Learning Architectures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CIS-4345: Machine Learning &amp; Deep Learning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